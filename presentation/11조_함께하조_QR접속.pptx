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9728" cy="10058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sets_emblem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040"/>
            <a:ext cx="7315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3474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CE8F6"/>
                </a:solidFill>
                <a:latin typeface="맑은 고딕"/>
                <a:ea typeface="맑은 고딕"/>
              </a:rPr>
              <a:t>노사누리 · 근로감독행정시스템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1430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11조  함께하조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000"/>
                </a:solidFill>
                <a:latin typeface="맑은 고딕"/>
                <a:ea typeface="맑은 고딕"/>
              </a:rPr>
              <a:t>노동감독관, 일의 의미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8F6"/>
                </a:solidFill>
                <a:latin typeface="맑은 고딕"/>
                <a:ea typeface="맑은 고딕"/>
              </a:rPr>
              <a:t>휴대폰 카메라로 QR을 스캔하면
지금 바로 조 소개 웹페이지에 접속할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49039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</a:rPr>
              <a:t>접속 후 시연 영상을 함께 봐 주세요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989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E8F6"/>
                </a:solidFill>
                <a:latin typeface="맑은 고딕"/>
                <a:ea typeface="맑은 고딕"/>
              </a:rPr>
              <a:t>https://inspector11.vercel.app/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6355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FB8D4"/>
                </a:solidFill>
                <a:latin typeface="맑은 고딕"/>
                <a:ea typeface="맑은 고딕"/>
              </a:rPr>
              <a:t>신규 노동감독관 수사학교  ·  조별 발표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234440"/>
            <a:ext cx="356616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qr_inspector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1554480"/>
            <a:ext cx="2880360" cy="2880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4572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2325C"/>
                </a:solidFill>
                <a:latin typeface="맑은 고딕"/>
                <a:ea typeface="맑은 고딕"/>
              </a:rPr>
              <a:t>QR 스캔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98347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A4A82"/>
                </a:solidFill>
                <a:latin typeface="맑은 고딕"/>
                <a:ea typeface="맑은 고딕"/>
              </a:rPr>
              <a:t>inspector11.vercel.app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